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11" r:id="rId2"/>
    <p:sldId id="410" r:id="rId3"/>
    <p:sldId id="548" r:id="rId4"/>
    <p:sldId id="583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C70"/>
    <a:srgbClr val="37C6D0"/>
    <a:srgbClr val="0072C6"/>
    <a:srgbClr val="00A4EF"/>
    <a:srgbClr val="3333FF"/>
    <a:srgbClr val="FFDF00"/>
    <a:srgbClr val="75CDEA"/>
    <a:srgbClr val="ABE2F5"/>
    <a:srgbClr val="E7F7FE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2" autoAdjust="0"/>
    <p:restoredTop sz="94639" autoAdjust="0"/>
  </p:normalViewPr>
  <p:slideViewPr>
    <p:cSldViewPr snapToGrid="0">
      <p:cViewPr varScale="1">
        <p:scale>
          <a:sx n="39" d="100"/>
          <a:sy n="39" d="100"/>
        </p:scale>
        <p:origin x="40" y="5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5/26/2026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4910328" cy="49103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402501"/>
            <a:ext cx="4335272" cy="1450757"/>
          </a:xfrm>
        </p:spPr>
        <p:txBody>
          <a:bodyPr>
            <a:noAutofit/>
          </a:bodyPr>
          <a:lstStyle/>
          <a:p>
            <a: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Microsoft</a:t>
            </a:r>
            <a:b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Power Platforms</a:t>
            </a:r>
            <a:endParaRPr lang="en-US" sz="6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14544" y="1447038"/>
            <a:ext cx="6830568" cy="455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52193" y="654839"/>
            <a:ext cx="6460032" cy="6440905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SharePoint Site Customization?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793B-C329-36D9-D7C7-579B1AE9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Microsoft Power Platform?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A2E89-9244-BB80-96D0-A51F230ABA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37683" y="1139235"/>
            <a:ext cx="5336491" cy="587116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/>
              <a:t>Microsoft Teams is a collaboration hub, providing users with key capabilities like:</a:t>
            </a:r>
          </a:p>
          <a:p>
            <a:pPr algn="just">
              <a:buBlip>
                <a:blip r:embed="rId2"/>
              </a:buBlip>
            </a:pPr>
            <a:r>
              <a:rPr lang="en-US" b="1" dirty="0"/>
              <a:t>Real-time chat and messaging</a:t>
            </a:r>
          </a:p>
          <a:p>
            <a:pPr algn="just">
              <a:buBlip>
                <a:blip r:embed="rId2"/>
              </a:buBlip>
            </a:pPr>
            <a:r>
              <a:rPr lang="en-US" b="1" dirty="0"/>
              <a:t>Video meetings</a:t>
            </a:r>
          </a:p>
          <a:p>
            <a:pPr algn="just">
              <a:buBlip>
                <a:blip r:embed="rId2"/>
              </a:buBlip>
            </a:pPr>
            <a:r>
              <a:rPr lang="en-US" b="1" dirty="0"/>
              <a:t>Live events</a:t>
            </a:r>
          </a:p>
          <a:p>
            <a:pPr algn="just">
              <a:buBlip>
                <a:blip r:embed="rId2"/>
              </a:buBlip>
            </a:pPr>
            <a:r>
              <a:rPr lang="en-US" b="1" dirty="0"/>
              <a:t>Cloud calling</a:t>
            </a:r>
          </a:p>
          <a:p>
            <a:pPr algn="just">
              <a:buBlip>
                <a:blip r:embed="rId2"/>
              </a:buBlip>
            </a:pPr>
            <a:r>
              <a:rPr lang="en-US" b="1" dirty="0"/>
              <a:t>Document storage</a:t>
            </a:r>
          </a:p>
          <a:p>
            <a:pPr algn="just">
              <a:buBlip>
                <a:blip r:embed="rId2"/>
              </a:buBlip>
            </a:pPr>
            <a:r>
              <a:rPr lang="en-US" b="1" dirty="0"/>
              <a:t>Task Management</a:t>
            </a:r>
          </a:p>
          <a:p>
            <a:pPr algn="just">
              <a:buBlip>
                <a:blip r:embed="rId2"/>
              </a:buBlip>
            </a:pPr>
            <a:r>
              <a:rPr lang="en-US" b="1" dirty="0"/>
              <a:t>Real-time co-editing</a:t>
            </a:r>
          </a:p>
          <a:p>
            <a:pPr algn="just">
              <a:buBlip>
                <a:blip r:embed="rId2"/>
              </a:buBlip>
            </a:pPr>
            <a:r>
              <a:rPr lang="en-US" b="1" dirty="0"/>
              <a:t>Integration with third-party apps and connectors</a:t>
            </a:r>
          </a:p>
          <a:p>
            <a:pPr algn="just">
              <a:buBlip>
                <a:blip r:embed="rId2"/>
              </a:buBlip>
            </a:pPr>
            <a:r>
              <a:rPr lang="en-US" b="1" dirty="0"/>
              <a:t>Search</a:t>
            </a:r>
          </a:p>
          <a:p>
            <a:pPr algn="just">
              <a:buBlip>
                <a:blip r:embed="rId2"/>
              </a:buBlip>
            </a:pPr>
            <a:r>
              <a:rPr lang="en-US" b="1" dirty="0"/>
              <a:t>Public or private channels</a:t>
            </a:r>
          </a:p>
          <a:p>
            <a:pPr algn="just">
              <a:buBlip>
                <a:blip r:embed="rId2"/>
              </a:buBlip>
            </a:pPr>
            <a:r>
              <a:rPr lang="en-US" b="1" dirty="0"/>
              <a:t>Robust security and privacy capabilities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7D7F9-50CD-AFBE-0B39-1D4D61DC5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26" y="1852000"/>
            <a:ext cx="6619857" cy="441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3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FEFB0BA-DE2A-1F21-8763-C5C3F712A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643" y="181428"/>
            <a:ext cx="9742714" cy="649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44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5875</TotalTime>
  <Words>65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ADLaM Display</vt:lpstr>
      <vt:lpstr>Calibri</vt:lpstr>
      <vt:lpstr>Wingdings</vt:lpstr>
      <vt:lpstr>YESHUAH</vt:lpstr>
      <vt:lpstr>RetrospectVTI</vt:lpstr>
      <vt:lpstr>Microsoft Power Platforms</vt:lpstr>
      <vt:lpstr>PowerPoint Presentation</vt:lpstr>
      <vt:lpstr>What is Microsoft Power Platform?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591</cp:revision>
  <dcterms:created xsi:type="dcterms:W3CDTF">2020-02-06T00:04:00Z</dcterms:created>
  <dcterms:modified xsi:type="dcterms:W3CDTF">2026-05-26T17:45:51Z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