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11" r:id="rId2"/>
    <p:sldId id="410" r:id="rId3"/>
    <p:sldId id="500" r:id="rId4"/>
    <p:sldId id="52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4639" autoAdjust="0"/>
  </p:normalViewPr>
  <p:slideViewPr>
    <p:cSldViewPr snapToGrid="0">
      <p:cViewPr varScale="1">
        <p:scale>
          <a:sx n="63" d="100"/>
          <a:sy n="63" d="100"/>
        </p:scale>
        <p:origin x="740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335272" cy="145075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Framework</a:t>
            </a:r>
            <a:b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</a:t>
            </a:r>
            <a:r>
              <a:rPr lang="en-US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SPFx</a:t>
            </a:r>
            <a:endParaRPr lang="en-US" sz="6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SharePoint Site Customization?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6649-F971-92D2-5B9B-F2CA4114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Connector in Power Automate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4F305-3B4C-370F-BDB6-5F8A17C92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511356"/>
            <a:ext cx="10275570" cy="6424329"/>
          </a:xfrm>
        </p:spPr>
        <p:txBody>
          <a:bodyPr/>
          <a:lstStyle/>
          <a:p>
            <a:pPr algn="just"/>
            <a:r>
              <a:rPr lang="en-US" dirty="0"/>
              <a:t> The </a:t>
            </a:r>
            <a:r>
              <a:rPr lang="en-US" b="1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Connector </a:t>
            </a:r>
            <a:r>
              <a:rPr lang="en-US" dirty="0"/>
              <a:t>is a built-in connector in Power Automate that enables communication between SharePoint and Power Automate.</a:t>
            </a:r>
          </a:p>
          <a:p>
            <a:pPr algn="just"/>
            <a:r>
              <a:rPr lang="en-US" dirty="0"/>
              <a:t> Without the SharePoint connector, Power Automate cannot communicate with SharePoint.</a:t>
            </a:r>
          </a:p>
          <a:p>
            <a:pPr marL="0" indent="0">
              <a:buNone/>
            </a:pPr>
            <a:r>
              <a:rPr lang="en-US" b="1" dirty="0"/>
              <a:t>Purpose of SharePoint Connector</a:t>
            </a:r>
          </a:p>
          <a:p>
            <a:pPr marL="0" indent="0">
              <a:buNone/>
            </a:pPr>
            <a:r>
              <a:rPr lang="en-US" dirty="0"/>
              <a:t>It allows Power Automate to:</a:t>
            </a:r>
          </a:p>
          <a:p>
            <a:pPr marL="0" indent="0">
              <a:buNone/>
            </a:pPr>
            <a:r>
              <a:rPr lang="en-US" dirty="0"/>
              <a:t>✅ Read SharePoint data</a:t>
            </a:r>
            <a:br>
              <a:rPr lang="en-US" dirty="0"/>
            </a:br>
            <a:r>
              <a:rPr lang="en-US" dirty="0"/>
              <a:t>✅ Create records</a:t>
            </a:r>
            <a:br>
              <a:rPr lang="en-US" dirty="0"/>
            </a:br>
            <a:r>
              <a:rPr lang="en-US" dirty="0"/>
              <a:t>✅ Update records</a:t>
            </a:r>
            <a:br>
              <a:rPr lang="en-US" dirty="0"/>
            </a:br>
            <a:r>
              <a:rPr lang="en-US" dirty="0"/>
              <a:t>✅ Delete records</a:t>
            </a:r>
            <a:br>
              <a:rPr lang="en-US" dirty="0"/>
            </a:br>
            <a:r>
              <a:rPr lang="en-US" dirty="0"/>
              <a:t>✅ Trigger workflows automatically</a:t>
            </a:r>
            <a:br>
              <a:rPr lang="en-US" dirty="0"/>
            </a:br>
            <a:r>
              <a:rPr lang="en-US" dirty="0"/>
              <a:t>✅ Manage files and folders</a:t>
            </a:r>
          </a:p>
          <a:p>
            <a:pPr marL="0" indent="0" algn="just">
              <a:buNone/>
            </a:pPr>
            <a:endParaRPr lang="en-US" b="1" dirty="0">
              <a:solidFill>
                <a:srgbClr val="036C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37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167333-3A1C-E6BA-7C6F-CC407171C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21" y="1258658"/>
            <a:ext cx="10118423" cy="5599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9B57B2-D6E5-7489-A2BE-CD1EA3FA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SPFx Development Toolchain</a:t>
            </a:r>
          </a:p>
        </p:txBody>
      </p:sp>
    </p:spTree>
    <p:extLst>
      <p:ext uri="{BB962C8B-B14F-4D97-AF65-F5344CB8AC3E}">
        <p14:creationId xmlns:p14="http://schemas.microsoft.com/office/powerpoint/2010/main" val="410333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7234</TotalTime>
  <Words>92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ADLaM Display</vt:lpstr>
      <vt:lpstr>Calibri</vt:lpstr>
      <vt:lpstr>Wingdings</vt:lpstr>
      <vt:lpstr>YESHUAH</vt:lpstr>
      <vt:lpstr>RetrospectVTI</vt:lpstr>
      <vt:lpstr>SharePoint Framework - SPFx</vt:lpstr>
      <vt:lpstr>PowerPoint Presentation</vt:lpstr>
      <vt:lpstr>SharePoint Connector in Power Automate</vt:lpstr>
      <vt:lpstr>SPFx Development Toolchain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801</cp:revision>
  <dcterms:created xsi:type="dcterms:W3CDTF">2020-02-06T00:04:00Z</dcterms:created>
  <dcterms:modified xsi:type="dcterms:W3CDTF">2026-05-28T19:36:00Z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